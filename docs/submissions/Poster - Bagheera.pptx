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4"/>
  </p:sldMasterIdLst>
  <p:sldIdLst>
    <p:sldId id="314" r:id="rId5"/>
    <p:sldId id="313" r:id="rId6"/>
  </p:sldIdLst>
  <p:sldSz cx="42479913" cy="30600650"/>
  <p:notesSz cx="6797675" cy="9872663"/>
  <p:defaultTextStyle>
    <a:defPPr>
      <a:defRPr lang="he-IL"/>
    </a:defPPr>
    <a:lvl1pPr marL="0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C183F-0B9A-9D82-CB1E-1EA3937DA774}" name="Nir Elenberg" initials="NE" userId="S::nir@afeka.ac.il::377cad1b-e1cf-45bd-8b54-665ab14512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67D"/>
    <a:srgbClr val="FFFFFF"/>
    <a:srgbClr val="00381F"/>
    <a:srgbClr val="12B26A"/>
    <a:srgbClr val="F0F0F0"/>
    <a:srgbClr val="73BF43"/>
    <a:srgbClr val="8BC43D"/>
    <a:srgbClr val="6E2B8F"/>
    <a:srgbClr val="E57121"/>
    <a:srgbClr val="00A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8B3F-AC08-492A-AFAB-98154B6FE109}" v="3" dt="2026-03-24T17:43:11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25" d="100"/>
          <a:sy n="25" d="100"/>
        </p:scale>
        <p:origin x="14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 Elenberg" userId="377cad1b-e1cf-45bd-8b54-665ab145126a" providerId="ADAL" clId="{DDF0B460-0258-42FB-9C5E-7467942234B5}"/>
    <pc:docChg chg="undo custSel addSld delSld modSld sldOrd">
      <pc:chgData name="Nir Elenberg" userId="377cad1b-e1cf-45bd-8b54-665ab145126a" providerId="ADAL" clId="{DDF0B460-0258-42FB-9C5E-7467942234B5}" dt="2026-03-24T17:43:13.142" v="38"/>
      <pc:docMkLst>
        <pc:docMk/>
      </pc:docMkLst>
      <pc:sldChg chg="delSp mod">
        <pc:chgData name="Nir Elenberg" userId="377cad1b-e1cf-45bd-8b54-665ab145126a" providerId="ADAL" clId="{DDF0B460-0258-42FB-9C5E-7467942234B5}" dt="2026-03-24T17:22:52.108" v="30" actId="478"/>
        <pc:sldMkLst>
          <pc:docMk/>
          <pc:sldMk cId="514965427" sldId="266"/>
        </pc:sldMkLst>
        <pc:spChg chg="del">
          <ac:chgData name="Nir Elenberg" userId="377cad1b-e1cf-45bd-8b54-665ab145126a" providerId="ADAL" clId="{DDF0B460-0258-42FB-9C5E-7467942234B5}" dt="2026-03-24T17:22:52.108" v="30" actId="478"/>
          <ac:spMkLst>
            <pc:docMk/>
            <pc:sldMk cId="514965427" sldId="266"/>
            <ac:spMk id="3" creationId="{4DBADD0A-FD14-4E6A-A742-A867F760DFA5}"/>
          </ac:spMkLst>
        </pc:spChg>
      </pc:sldChg>
      <pc:sldChg chg="add del ord">
        <pc:chgData name="Nir Elenberg" userId="377cad1b-e1cf-45bd-8b54-665ab145126a" providerId="ADAL" clId="{DDF0B460-0258-42FB-9C5E-7467942234B5}" dt="2026-03-24T17:43:13.142" v="38"/>
        <pc:sldMkLst>
          <pc:docMk/>
          <pc:sldMk cId="936607921" sldId="287"/>
        </pc:sldMkLst>
      </pc:sldChg>
      <pc:sldChg chg="addSp delSp modSp mod">
        <pc:chgData name="Nir Elenberg" userId="377cad1b-e1cf-45bd-8b54-665ab145126a" providerId="ADAL" clId="{DDF0B460-0258-42FB-9C5E-7467942234B5}" dt="2026-03-24T17:35:40.858" v="34" actId="2711"/>
        <pc:sldMkLst>
          <pc:docMk/>
          <pc:sldMk cId="3124853156" sldId="313"/>
        </pc:sldMkLst>
        <pc:spChg chg="mod">
          <ac:chgData name="Nir Elenberg" userId="377cad1b-e1cf-45bd-8b54-665ab145126a" providerId="ADAL" clId="{DDF0B460-0258-42FB-9C5E-7467942234B5}" dt="2026-03-24T17:22:06.339" v="29" actId="962"/>
          <ac:spMkLst>
            <pc:docMk/>
            <pc:sldMk cId="3124853156" sldId="313"/>
            <ac:spMk id="4" creationId="{00000000-0000-0000-0000-000000000000}"/>
          </ac:spMkLst>
        </pc:spChg>
        <pc:spChg chg="mod">
          <ac:chgData name="Nir Elenberg" userId="377cad1b-e1cf-45bd-8b54-665ab145126a" providerId="ADAL" clId="{DDF0B460-0258-42FB-9C5E-7467942234B5}" dt="2026-03-24T17:35:40.858" v="34" actId="2711"/>
          <ac:spMkLst>
            <pc:docMk/>
            <pc:sldMk cId="3124853156" sldId="313"/>
            <ac:spMk id="8" creationId="{00000000-0000-0000-0000-000000000000}"/>
          </ac:spMkLst>
        </pc:spChg>
        <pc:spChg chg="mod">
          <ac:chgData name="Nir Elenberg" userId="377cad1b-e1cf-45bd-8b54-665ab145126a" providerId="ADAL" clId="{DDF0B460-0258-42FB-9C5E-7467942234B5}" dt="2026-03-21T07:48:58.922" v="27" actId="207"/>
          <ac:spMkLst>
            <pc:docMk/>
            <pc:sldMk cId="3124853156" sldId="313"/>
            <ac:spMk id="51" creationId="{4EB9C99F-BB9B-4935-8FB9-6A1DAEFAB9CA}"/>
          </ac:spMkLst>
        </pc:spChg>
        <pc:spChg chg="mod">
          <ac:chgData name="Nir Elenberg" userId="377cad1b-e1cf-45bd-8b54-665ab145126a" providerId="ADAL" clId="{DDF0B460-0258-42FB-9C5E-7467942234B5}" dt="2026-03-21T07:48:58.922" v="27" actId="207"/>
          <ac:spMkLst>
            <pc:docMk/>
            <pc:sldMk cId="3124853156" sldId="313"/>
            <ac:spMk id="52" creationId="{63F4EE00-8DED-4E07-841A-E42E45DE8A22}"/>
          </ac:spMkLst>
        </pc:spChg>
        <pc:spChg chg="mod">
          <ac:chgData name="Nir Elenberg" userId="377cad1b-e1cf-45bd-8b54-665ab145126a" providerId="ADAL" clId="{DDF0B460-0258-42FB-9C5E-7467942234B5}" dt="2026-03-21T07:48:58.922" v="27" actId="207"/>
          <ac:spMkLst>
            <pc:docMk/>
            <pc:sldMk cId="3124853156" sldId="313"/>
            <ac:spMk id="56" creationId="{76687B07-F429-49C3-B166-474DA87517D1}"/>
          </ac:spMkLst>
        </pc:spChg>
        <pc:spChg chg="mod">
          <ac:chgData name="Nir Elenberg" userId="377cad1b-e1cf-45bd-8b54-665ab145126a" providerId="ADAL" clId="{DDF0B460-0258-42FB-9C5E-7467942234B5}" dt="2026-03-21T07:48:58.922" v="27" actId="207"/>
          <ac:spMkLst>
            <pc:docMk/>
            <pc:sldMk cId="3124853156" sldId="313"/>
            <ac:spMk id="58" creationId="{AC7864FE-02EF-4DD2-A8E4-EDB9F8EEC630}"/>
          </ac:spMkLst>
        </pc:spChg>
        <pc:picChg chg="add mod ord">
          <ac:chgData name="Nir Elenberg" userId="377cad1b-e1cf-45bd-8b54-665ab145126a" providerId="ADAL" clId="{DDF0B460-0258-42FB-9C5E-7467942234B5}" dt="2026-03-21T07:48:25.289" v="20" actId="167"/>
          <ac:picMkLst>
            <pc:docMk/>
            <pc:sldMk cId="3124853156" sldId="313"/>
            <ac:picMk id="12" creationId="{3B3CADCC-F50E-5A7E-A806-93989357221C}"/>
          </ac:picMkLst>
        </pc:picChg>
      </pc:sldChg>
      <pc:sldChg chg="addSp delSp modSp mod">
        <pc:chgData name="Nir Elenberg" userId="377cad1b-e1cf-45bd-8b54-665ab145126a" providerId="ADAL" clId="{DDF0B460-0258-42FB-9C5E-7467942234B5}" dt="2026-03-24T17:21:55.788" v="28" actId="962"/>
        <pc:sldMkLst>
          <pc:docMk/>
          <pc:sldMk cId="263883105" sldId="314"/>
        </pc:sldMkLst>
        <pc:spChg chg="mod">
          <ac:chgData name="Nir Elenberg" userId="377cad1b-e1cf-45bd-8b54-665ab145126a" providerId="ADAL" clId="{DDF0B460-0258-42FB-9C5E-7467942234B5}" dt="2026-03-21T07:48:42.972" v="25" actId="113"/>
          <ac:spMkLst>
            <pc:docMk/>
            <pc:sldMk cId="263883105" sldId="314"/>
            <ac:spMk id="13" creationId="{D289EFA9-EFC0-FC48-8410-070FC0725911}"/>
          </ac:spMkLst>
        </pc:spChg>
        <pc:spChg chg="mod">
          <ac:chgData name="Nir Elenberg" userId="377cad1b-e1cf-45bd-8b54-665ab145126a" providerId="ADAL" clId="{DDF0B460-0258-42FB-9C5E-7467942234B5}" dt="2026-03-24T17:21:55.788" v="28" actId="962"/>
          <ac:spMkLst>
            <pc:docMk/>
            <pc:sldMk cId="263883105" sldId="314"/>
            <ac:spMk id="14" creationId="{7C3F75C3-E034-2F5D-1B7F-23C9487B2EA8}"/>
          </ac:spMkLst>
        </pc:spChg>
        <pc:spChg chg="mod">
          <ac:chgData name="Nir Elenberg" userId="377cad1b-e1cf-45bd-8b54-665ab145126a" providerId="ADAL" clId="{DDF0B460-0258-42FB-9C5E-7467942234B5}" dt="2026-03-21T07:47:15.629" v="12" actId="207"/>
          <ac:spMkLst>
            <pc:docMk/>
            <pc:sldMk cId="263883105" sldId="314"/>
            <ac:spMk id="19" creationId="{B35575EE-8117-69C5-9209-92300A87F6BB}"/>
          </ac:spMkLst>
        </pc:spChg>
        <pc:spChg chg="mod">
          <ac:chgData name="Nir Elenberg" userId="377cad1b-e1cf-45bd-8b54-665ab145126a" providerId="ADAL" clId="{DDF0B460-0258-42FB-9C5E-7467942234B5}" dt="2026-03-21T07:47:22.972" v="13" actId="108"/>
          <ac:spMkLst>
            <pc:docMk/>
            <pc:sldMk cId="263883105" sldId="314"/>
            <ac:spMk id="20" creationId="{BBC2EC6F-1095-60A3-69EC-FBD093A98ACC}"/>
          </ac:spMkLst>
        </pc:spChg>
        <pc:spChg chg="mod">
          <ac:chgData name="Nir Elenberg" userId="377cad1b-e1cf-45bd-8b54-665ab145126a" providerId="ADAL" clId="{DDF0B460-0258-42FB-9C5E-7467942234B5}" dt="2026-03-21T07:47:24.374" v="14" actId="108"/>
          <ac:spMkLst>
            <pc:docMk/>
            <pc:sldMk cId="263883105" sldId="314"/>
            <ac:spMk id="22" creationId="{CABBB4EC-C26B-1F5E-DE16-A32389A369F8}"/>
          </ac:spMkLst>
        </pc:spChg>
        <pc:spChg chg="mod">
          <ac:chgData name="Nir Elenberg" userId="377cad1b-e1cf-45bd-8b54-665ab145126a" providerId="ADAL" clId="{DDF0B460-0258-42FB-9C5E-7467942234B5}" dt="2026-03-21T07:47:25.610" v="15" actId="108"/>
          <ac:spMkLst>
            <pc:docMk/>
            <pc:sldMk cId="263883105" sldId="314"/>
            <ac:spMk id="28" creationId="{1011CC84-5F4D-C07C-0013-A58AD39FB8F4}"/>
          </ac:spMkLst>
        </pc:spChg>
        <pc:picChg chg="add mod ord">
          <ac:chgData name="Nir Elenberg" userId="377cad1b-e1cf-45bd-8b54-665ab145126a" providerId="ADAL" clId="{DDF0B460-0258-42FB-9C5E-7467942234B5}" dt="2026-03-21T07:46:30.666" v="10" actId="167"/>
          <ac:picMkLst>
            <pc:docMk/>
            <pc:sldMk cId="263883105" sldId="314"/>
            <ac:picMk id="4" creationId="{D82D3934-8E59-AE7B-C627-4BA30930CEF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5994" y="5008025"/>
            <a:ext cx="36107926" cy="10653560"/>
          </a:xfrm>
        </p:spPr>
        <p:txBody>
          <a:bodyPr anchor="b"/>
          <a:lstStyle>
            <a:lvl1pPr algn="ctr"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9989" y="16072427"/>
            <a:ext cx="31859935" cy="7388071"/>
          </a:xfrm>
        </p:spPr>
        <p:txBody>
          <a:bodyPr/>
          <a:lstStyle>
            <a:lvl1pPr marL="0" indent="0" algn="ctr">
              <a:buNone/>
              <a:defRPr sz="10709"/>
            </a:lvl1pPr>
            <a:lvl2pPr marL="2040026" indent="0" algn="ctr">
              <a:buNone/>
              <a:defRPr sz="8924"/>
            </a:lvl2pPr>
            <a:lvl3pPr marL="4080053" indent="0" algn="ctr">
              <a:buNone/>
              <a:defRPr sz="8032"/>
            </a:lvl3pPr>
            <a:lvl4pPr marL="6120079" indent="0" algn="ctr">
              <a:buNone/>
              <a:defRPr sz="7139"/>
            </a:lvl4pPr>
            <a:lvl5pPr marL="8160106" indent="0" algn="ctr">
              <a:buNone/>
              <a:defRPr sz="7139"/>
            </a:lvl5pPr>
            <a:lvl6pPr marL="10200132" indent="0" algn="ctr">
              <a:buNone/>
              <a:defRPr sz="7139"/>
            </a:lvl6pPr>
            <a:lvl7pPr marL="12240158" indent="0" algn="ctr">
              <a:buNone/>
              <a:defRPr sz="7139"/>
            </a:lvl7pPr>
            <a:lvl8pPr marL="14280185" indent="0" algn="ctr">
              <a:buNone/>
              <a:defRPr sz="7139"/>
            </a:lvl8pPr>
            <a:lvl9pPr marL="16320211" indent="0" algn="ctr">
              <a:buNone/>
              <a:defRPr sz="713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51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54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371" y="7628921"/>
            <a:ext cx="36638925" cy="12729018"/>
          </a:xfrm>
        </p:spPr>
        <p:txBody>
          <a:bodyPr anchor="b"/>
          <a:lstStyle>
            <a:lvl1pPr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8371" y="20478361"/>
            <a:ext cx="36638925" cy="6693890"/>
          </a:xfrm>
        </p:spPr>
        <p:txBody>
          <a:bodyPr/>
          <a:lstStyle>
            <a:lvl1pPr marL="0" indent="0">
              <a:buNone/>
              <a:defRPr sz="10709">
                <a:solidFill>
                  <a:schemeClr val="tx1"/>
                </a:solidFill>
              </a:defRPr>
            </a:lvl1pPr>
            <a:lvl2pPr marL="2040026" indent="0">
              <a:buNone/>
              <a:defRPr sz="8924">
                <a:solidFill>
                  <a:schemeClr val="tx1">
                    <a:tint val="75000"/>
                  </a:schemeClr>
                </a:solidFill>
              </a:defRPr>
            </a:lvl2pPr>
            <a:lvl3pPr marL="4080053" indent="0">
              <a:buNone/>
              <a:defRPr sz="8032">
                <a:solidFill>
                  <a:schemeClr val="tx1">
                    <a:tint val="75000"/>
                  </a:schemeClr>
                </a:solidFill>
              </a:defRPr>
            </a:lvl3pPr>
            <a:lvl4pPr marL="6120079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4pPr>
            <a:lvl5pPr marL="8160106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5pPr>
            <a:lvl6pPr marL="10200132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6pPr>
            <a:lvl7pPr marL="12240158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7pPr>
            <a:lvl8pPr marL="14280185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8pPr>
            <a:lvl9pPr marL="16320211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0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0494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05456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8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1629208"/>
            <a:ext cx="36638925" cy="591471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31" y="7501412"/>
            <a:ext cx="17970992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31" y="11177737"/>
            <a:ext cx="17970992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05458" y="7501412"/>
            <a:ext cx="18059496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05458" y="11177737"/>
            <a:ext cx="18059496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2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6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9496" y="4405934"/>
            <a:ext cx="21505456" cy="21746295"/>
          </a:xfrm>
        </p:spPr>
        <p:txBody>
          <a:bodyPr/>
          <a:lstStyle>
            <a:lvl1pPr>
              <a:defRPr sz="14278"/>
            </a:lvl1pPr>
            <a:lvl2pPr>
              <a:defRPr sz="12494"/>
            </a:lvl2pPr>
            <a:lvl3pPr>
              <a:defRPr sz="10709"/>
            </a:lvl3pPr>
            <a:lvl4pPr>
              <a:defRPr sz="8924"/>
            </a:lvl4pPr>
            <a:lvl5pPr>
              <a:defRPr sz="8924"/>
            </a:lvl5pPr>
            <a:lvl6pPr>
              <a:defRPr sz="8924"/>
            </a:lvl6pPr>
            <a:lvl7pPr>
              <a:defRPr sz="8924"/>
            </a:lvl7pPr>
            <a:lvl8pPr>
              <a:defRPr sz="8924"/>
            </a:lvl8pPr>
            <a:lvl9pPr>
              <a:defRPr sz="892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059496" y="4405934"/>
            <a:ext cx="21505456" cy="21746295"/>
          </a:xfrm>
        </p:spPr>
        <p:txBody>
          <a:bodyPr anchor="t"/>
          <a:lstStyle>
            <a:lvl1pPr marL="0" indent="0">
              <a:buNone/>
              <a:defRPr sz="14278"/>
            </a:lvl1pPr>
            <a:lvl2pPr marL="2040026" indent="0">
              <a:buNone/>
              <a:defRPr sz="12494"/>
            </a:lvl2pPr>
            <a:lvl3pPr marL="4080053" indent="0">
              <a:buNone/>
              <a:defRPr sz="10709"/>
            </a:lvl3pPr>
            <a:lvl4pPr marL="6120079" indent="0">
              <a:buNone/>
              <a:defRPr sz="8924"/>
            </a:lvl4pPr>
            <a:lvl5pPr marL="8160106" indent="0">
              <a:buNone/>
              <a:defRPr sz="8924"/>
            </a:lvl5pPr>
            <a:lvl6pPr marL="10200132" indent="0">
              <a:buNone/>
              <a:defRPr sz="8924"/>
            </a:lvl6pPr>
            <a:lvl7pPr marL="12240158" indent="0">
              <a:buNone/>
              <a:defRPr sz="8924"/>
            </a:lvl7pPr>
            <a:lvl8pPr marL="14280185" indent="0">
              <a:buNone/>
              <a:defRPr sz="8924"/>
            </a:lvl8pPr>
            <a:lvl9pPr marL="16320211" indent="0">
              <a:buNone/>
              <a:defRPr sz="892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3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662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399690" y="1629201"/>
            <a:ext cx="9159731" cy="2593263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0496" y="1629201"/>
            <a:ext cx="26948195" cy="2593263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4" y="1629208"/>
            <a:ext cx="36638925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4" y="8146007"/>
            <a:ext cx="36638925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4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8E48-F708-4DD5-A3C4-8D7851AB3431}" type="datetimeFigureOut">
              <a:rPr lang="he-IL" smtClean="0"/>
              <a:t>כ'/סיון/תשפ"ו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1" y="28362276"/>
            <a:ext cx="14336971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39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0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80053" rtl="1" eaLnBrk="1" latinLnBrk="0" hangingPunct="1">
        <a:lnSpc>
          <a:spcPct val="90000"/>
        </a:lnSpc>
        <a:spcBef>
          <a:spcPct val="0"/>
        </a:spcBef>
        <a:buNone/>
        <a:defRPr sz="19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013" indent="-1020013" algn="r" defTabSz="4080053" rtl="1" eaLnBrk="1" latinLnBrk="0" hangingPunct="1">
        <a:lnSpc>
          <a:spcPct val="90000"/>
        </a:lnSpc>
        <a:spcBef>
          <a:spcPts val="4462"/>
        </a:spcBef>
        <a:buFont typeface="Arial" panose="020B0604020202020204" pitchFamily="34" charset="0"/>
        <a:buChar char="•"/>
        <a:defRPr sz="12494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0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10709" kern="1200">
          <a:solidFill>
            <a:schemeClr val="tx1"/>
          </a:solidFill>
          <a:latin typeface="+mn-lt"/>
          <a:ea typeface="+mn-ea"/>
          <a:cs typeface="+mn-cs"/>
        </a:defRPr>
      </a:lvl2pPr>
      <a:lvl3pPr marL="5100066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924" kern="1200">
          <a:solidFill>
            <a:schemeClr val="tx1"/>
          </a:solidFill>
          <a:latin typeface="+mn-lt"/>
          <a:ea typeface="+mn-ea"/>
          <a:cs typeface="+mn-cs"/>
        </a:defRPr>
      </a:lvl3pPr>
      <a:lvl4pPr marL="714009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9180119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1220145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326017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5300198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7340224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1pPr>
      <a:lvl2pPr marL="204002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2pPr>
      <a:lvl3pPr marL="4080053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3pPr>
      <a:lvl4pPr marL="6120079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816010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0200132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2240158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4280185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6320211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officeArt object">
            <a:extLst>
              <a:ext uri="{FF2B5EF4-FFF2-40B4-BE49-F238E27FC236}">
                <a16:creationId xmlns:a16="http://schemas.microsoft.com/office/drawing/2014/main" id="{93BFE978-BDE5-9456-D2D9-5C56A81DF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4" b="25237"/>
          <a:stretch>
            <a:fillRect/>
          </a:stretch>
        </p:blipFill>
        <p:spPr bwMode="auto">
          <a:xfrm>
            <a:off x="10094705" y="0"/>
            <a:ext cx="32385208" cy="3972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850C2CC-E3ED-1045-9423-2C1DED7C8873}"/>
              </a:ext>
            </a:extLst>
          </p:cNvPr>
          <p:cNvSpPr txBox="1"/>
          <p:nvPr/>
        </p:nvSpPr>
        <p:spPr>
          <a:xfrm>
            <a:off x="10094705" y="4367488"/>
            <a:ext cx="20845716" cy="1754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endParaRPr lang="he-IL" sz="5400" b="1" u="sng" dirty="0"/>
          </a:p>
          <a:p>
            <a:pPr algn="ctr" rtl="1"/>
            <a:r>
              <a:rPr lang="he-IL" sz="5400" b="1" u="sng" dirty="0"/>
              <a:t>הצהרה</a:t>
            </a:r>
            <a:endParaRPr lang="en-US" sz="5400" b="1" u="sng" dirty="0"/>
          </a:p>
          <a:p>
            <a:pPr algn="ctr" rtl="1"/>
            <a:endParaRPr lang="he-IL" sz="5400" dirty="0"/>
          </a:p>
          <a:p>
            <a:pPr algn="ctr" rtl="1"/>
            <a:endParaRPr lang="en-US" sz="5400" dirty="0"/>
          </a:p>
          <a:p>
            <a:pPr algn="r" rtl="1"/>
            <a:r>
              <a:rPr lang="he-IL" sz="5400" dirty="0"/>
              <a:t>שם הלקוח/חוקר: _____אלכס לבל_________________</a:t>
            </a:r>
          </a:p>
          <a:p>
            <a:pPr algn="ctr" rtl="1"/>
            <a:endParaRPr lang="he-IL" sz="5400" dirty="0"/>
          </a:p>
          <a:p>
            <a:pPr algn="r" rtl="1"/>
            <a:endParaRPr lang="he-IL" sz="5400" dirty="0"/>
          </a:p>
          <a:p>
            <a:r>
              <a:rPr lang="he-IL" sz="5400" dirty="0"/>
              <a:t>אני </a:t>
            </a:r>
            <a:r>
              <a:rPr lang="he-IL" sz="5400" u="sng" dirty="0"/>
              <a:t>______</a:t>
            </a:r>
            <a:r>
              <a:rPr lang="he-IL" sz="5400" dirty="0"/>
              <a:t>אלכס לבל</a:t>
            </a:r>
            <a:r>
              <a:rPr lang="he-IL" sz="5400" u="sng" dirty="0"/>
              <a:t>________</a:t>
            </a:r>
            <a:r>
              <a:rPr lang="he-IL" sz="5400" dirty="0"/>
              <a:t>_______________</a:t>
            </a:r>
          </a:p>
          <a:p>
            <a:pPr algn="r" rtl="1"/>
            <a:endParaRPr lang="he-IL" sz="5400" dirty="0"/>
          </a:p>
          <a:p>
            <a:pPr algn="r" rtl="1"/>
            <a:r>
              <a:rPr lang="he-IL" sz="5400" dirty="0"/>
              <a:t>מאשר שהתכנים שבפוסטר אינם מסווגים וידוע לי שהמכללה רשאית </a:t>
            </a:r>
            <a:r>
              <a:rPr lang="he-IL" sz="5400" b="1" dirty="0"/>
              <a:t>להציג את הפוסטר בתערוכות, בקטלוג פוסטרים ובכל פרסום אחר שתמצא לנכון</a:t>
            </a:r>
            <a:r>
              <a:rPr lang="he-IL" sz="5400" dirty="0"/>
              <a:t>.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pPr algn="r" rtl="1"/>
            <a:r>
              <a:rPr lang="he-IL" sz="5400" dirty="0"/>
              <a:t>חתימת מורשה חתימה מטעם הלקוח/החוקר: ____אלכס לבל__________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  <a:p>
            <a:r>
              <a:rPr lang="he-IL" sz="5400" dirty="0"/>
              <a:t>חותמת הלקוח: _________________ תאריך: __________04.06.2026____</a:t>
            </a:r>
          </a:p>
          <a:p>
            <a:pPr algn="r" rtl="1"/>
            <a:endParaRPr lang="he-IL" sz="5400" dirty="0"/>
          </a:p>
          <a:p>
            <a:pPr algn="r" rtl="1"/>
            <a:endParaRPr lang="he-IL" sz="5400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0EBE51F-02D1-94F1-0F37-6663DBF7B842}"/>
              </a:ext>
            </a:extLst>
          </p:cNvPr>
          <p:cNvSpPr/>
          <p:nvPr/>
        </p:nvSpPr>
        <p:spPr>
          <a:xfrm>
            <a:off x="20589018" y="17433052"/>
            <a:ext cx="6327049" cy="2150348"/>
          </a:xfrm>
          <a:custGeom>
            <a:avLst/>
            <a:gdLst>
              <a:gd name="csX0" fmla="*/ 2042382 w 6327049"/>
              <a:gd name="csY0" fmla="*/ 2150348 h 2150348"/>
              <a:gd name="csX1" fmla="*/ 4582382 w 6327049"/>
              <a:gd name="csY1" fmla="*/ 16748 h 2150348"/>
              <a:gd name="csX2" fmla="*/ 10382 w 6327049"/>
              <a:gd name="csY2" fmla="*/ 1108948 h 2150348"/>
              <a:gd name="csX3" fmla="*/ 6106382 w 6327049"/>
              <a:gd name="csY3" fmla="*/ 219948 h 2150348"/>
              <a:gd name="csX4" fmla="*/ 5090382 w 6327049"/>
              <a:gd name="csY4" fmla="*/ 346948 h 2150348"/>
              <a:gd name="csX5" fmla="*/ 5090382 w 6327049"/>
              <a:gd name="csY5" fmla="*/ 372348 h 21503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27049" h="2150348">
                <a:moveTo>
                  <a:pt x="2042382" y="2150348"/>
                </a:moveTo>
                <a:cubicBezTo>
                  <a:pt x="3481715" y="1170331"/>
                  <a:pt x="4921049" y="190315"/>
                  <a:pt x="4582382" y="16748"/>
                </a:cubicBezTo>
                <a:cubicBezTo>
                  <a:pt x="4243715" y="-156819"/>
                  <a:pt x="-243618" y="1075081"/>
                  <a:pt x="10382" y="1108948"/>
                </a:cubicBezTo>
                <a:cubicBezTo>
                  <a:pt x="264382" y="1142815"/>
                  <a:pt x="5259715" y="346948"/>
                  <a:pt x="6106382" y="219948"/>
                </a:cubicBezTo>
                <a:cubicBezTo>
                  <a:pt x="6953049" y="92948"/>
                  <a:pt x="5090382" y="346948"/>
                  <a:pt x="5090382" y="346948"/>
                </a:cubicBezTo>
                <a:cubicBezTo>
                  <a:pt x="4921049" y="372348"/>
                  <a:pt x="5005715" y="372348"/>
                  <a:pt x="5090382" y="37234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94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3B3CADCC-F50E-5A7E-A806-93989357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"/>
            <a:ext cx="42479913" cy="30596710"/>
          </a:xfrm>
          <a:prstGeom prst="rect">
            <a:avLst/>
          </a:prstGeom>
        </p:spPr>
      </p:pic>
      <p:sp>
        <p:nvSpPr>
          <p:cNvPr id="4" name="project_name"/>
          <p:cNvSpPr txBox="1"/>
          <p:nvPr/>
        </p:nvSpPr>
        <p:spPr>
          <a:xfrm>
            <a:off x="3048000" y="3645486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Bagheera: Code‑Free Pathology AI, From Model Building to Patient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4669" y="483475"/>
            <a:ext cx="16208624" cy="2123658"/>
          </a:xfrm>
          <a:prstGeom prst="rect">
            <a:avLst/>
          </a:prstGeom>
          <a:noFill/>
        </p:spPr>
        <p:txBody>
          <a:bodyPr wrap="square" rtlCol="1" anchor="ctr" anchorCtr="0">
            <a:spAutoFit/>
          </a:bodyPr>
          <a:lstStyle/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Dolfin Varshev, Daniel Rubinstein, Shahar Ishay</a:t>
            </a: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Advisors: Dr. Alex Loebel, Dr. Sharon Yalov-Handzel</a:t>
            </a: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Client: Sheba Medical Center</a:t>
            </a:r>
            <a:endParaRPr lang="he-IL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95457" y="912516"/>
            <a:ext cx="1067099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8400" b="1" dirty="0">
                <a:solidFill>
                  <a:schemeClr val="bg1"/>
                </a:solidFill>
              </a:rPr>
              <a:t>| Computer Science</a:t>
            </a:r>
            <a:endParaRPr lang="he-IL" sz="8400" b="1" dirty="0">
              <a:solidFill>
                <a:schemeClr val="bg1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6927D4A-435A-2492-9A35-134368585E70}"/>
              </a:ext>
            </a:extLst>
          </p:cNvPr>
          <p:cNvSpPr/>
          <p:nvPr/>
        </p:nvSpPr>
        <p:spPr>
          <a:xfrm>
            <a:off x="2621972" y="5760178"/>
            <a:ext cx="17990126" cy="105779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73A15BB-0A7D-B524-1C41-8264AC79ECDA}"/>
              </a:ext>
            </a:extLst>
          </p:cNvPr>
          <p:cNvSpPr/>
          <p:nvPr/>
        </p:nvSpPr>
        <p:spPr>
          <a:xfrm>
            <a:off x="21616737" y="16338126"/>
            <a:ext cx="17990126" cy="96659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76687B07-F429-49C3-B166-474DA8751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3569925"/>
            <a:ext cx="531533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3. Architecture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AC7864FE-02EF-4DD2-A8E4-EDB9F8EE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16651234"/>
            <a:ext cx="7220338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4. Engineering challenge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2BF110-5A05-41C2-A432-337BFFC971F1}"/>
              </a:ext>
            </a:extLst>
          </p:cNvPr>
          <p:cNvSpPr txBox="1"/>
          <p:nvPr/>
        </p:nvSpPr>
        <p:spPr>
          <a:xfrm>
            <a:off x="21867815" y="4596585"/>
            <a:ext cx="17739048" cy="11593293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/>
            <a:endParaRPr lang="he-IL" sz="36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CEF51B-C266-4F90-8D42-445D16647823}"/>
              </a:ext>
            </a:extLst>
          </p:cNvPr>
          <p:cNvSpPr txBox="1"/>
          <p:nvPr/>
        </p:nvSpPr>
        <p:spPr>
          <a:xfrm>
            <a:off x="21820788" y="17831857"/>
            <a:ext cx="9445502" cy="9146911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Keeping every analysis resilient, so a single failed step never breaks the whole result.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Unifying two complex research frameworks - TRIDENT, PANTHER into a single automated, code‑free pipeline.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Guaranteeing every patient analysis runs with the exact settings as selected models were trained on.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Delivering interpretable, visual results for expert review.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FB8D69-6F6D-40CB-8808-E623B50D45EC}"/>
              </a:ext>
            </a:extLst>
          </p:cNvPr>
          <p:cNvSpPr txBox="1"/>
          <p:nvPr/>
        </p:nvSpPr>
        <p:spPr>
          <a:xfrm>
            <a:off x="2814703" y="6956402"/>
            <a:ext cx="13398312" cy="9101366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</a:rPr>
              <a:t>Massive data:</a:t>
            </a:r>
            <a:r>
              <a:rPr lang="en-US" sz="3600" dirty="0">
                <a:latin typeface="Arial" panose="020B0604020202020204" pitchFamily="34" charset="0"/>
              </a:rPr>
              <a:t> Histopathology WSIs are gigapixel-scale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            slow and costly to analyze.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</a:rPr>
              <a:t>Inefficient re-processing: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most expensive step - encoding the whole slide is recomputed from scratch for  every new task.</a:t>
            </a:r>
            <a:br>
              <a:rPr lang="en-US" sz="3600" dirty="0">
                <a:latin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No code‑free, shared workflow: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 Models are set up by hand, with no unified way to evaluate, compare, or document -      lab knowledge isn't shared and results are re-examined.</a:t>
            </a:r>
            <a:br>
              <a:rPr lang="en-US" sz="3600" dirty="0">
                <a:latin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Arial" panose="020B0604020202020204" pitchFamily="34" charset="0"/>
              </a:rPr>
              <a:t>Goal:</a:t>
            </a:r>
            <a:r>
              <a:rPr lang="en-US" sz="3600" dirty="0">
                <a:latin typeface="Arial" panose="020B0604020202020204" pitchFamily="34" charset="0"/>
              </a:rPr>
              <a:t> 			       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eliminate coding · standardize workflow · share knowledge</a:t>
            </a:r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4EB9C99F-BB9B-4935-8FB9-6A1DAEFAB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6071263"/>
            <a:ext cx="65578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he-IL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63F4EE00-8DED-4E07-841A-E42E45DE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16651235"/>
            <a:ext cx="45385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 Solution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04FCB-BBCD-672B-AFC0-9CE3A9AD268D}"/>
              </a:ext>
            </a:extLst>
          </p:cNvPr>
          <p:cNvSpPr txBox="1"/>
          <p:nvPr/>
        </p:nvSpPr>
        <p:spPr>
          <a:xfrm>
            <a:off x="2814703" y="17511973"/>
            <a:ext cx="13591042" cy="11912860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algn="l" rtl="0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Bagheera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 turns a complex research pipeline into an intuitive, code‑free GUI - from model building to patient analysis.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Process once, reuse everywhere: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Storing each slide's embedding after the first pass, so every later analysis reuses it.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Code‑free training: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Button‑driven settings replace code, putting the whole lab on one standard.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Expert visual evaluation: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Interactive tissue‑pattern views                                           let laboratory staff flag favorite models.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Compare per patient: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Run a new slide through several models, review model-by-model, pick the best.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Shared memory: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Favorites, notes, and summaries stay attached to each model per run - so the next pathologist sees prior decisions and can add on them.</a:t>
            </a:r>
          </a:p>
          <a:p>
            <a:pPr marL="571500" indent="-571500" algn="l" rtl="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 rtl="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Benefits:                                                                                   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 coding · cuts compute · collaborative documented decisions</a:t>
            </a:r>
          </a:p>
          <a:p>
            <a:pPr algn="l" rtl="0"/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111A27-2C91-A4E2-1AE4-58EDE7122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1926" y="6536268"/>
            <a:ext cx="3686689" cy="30388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DC82F6-1C80-C95E-D8FF-ABDAE5B24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1926" y="9653551"/>
            <a:ext cx="3696216" cy="30388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A21504-4D64-AC41-3A19-BED70F73E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1926" y="12770834"/>
            <a:ext cx="3686689" cy="35948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08643B-5399-AF14-F06A-2C59A59C7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38895" y="7210991"/>
            <a:ext cx="428685" cy="185763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735F742-9EE4-136D-9727-BB3CED932D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935426" y="21864086"/>
            <a:ext cx="11458858" cy="275463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267202D-96E0-82A2-EE9C-DE4943363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5562" y="4862924"/>
            <a:ext cx="16339458" cy="828077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B100E75-D0B0-BACF-FD53-4DF7351949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78170" y="13700580"/>
            <a:ext cx="15318338" cy="238984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B097D0F-5D58-C588-8D00-78F681F5A0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7479" y="19338926"/>
            <a:ext cx="7793145" cy="44907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9AEC9D-C7A2-6E44-1EB8-D4E613AC67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29863" y="26788728"/>
            <a:ext cx="5814952" cy="214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5315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1BC521E164344898D0297273D2D99" ma:contentTypeVersion="13" ma:contentTypeDescription="Create a new document." ma:contentTypeScope="" ma:versionID="9032c977c4d704ad7da0a0a7e4a06190">
  <xsd:schema xmlns:xsd="http://www.w3.org/2001/XMLSchema" xmlns:xs="http://www.w3.org/2001/XMLSchema" xmlns:p="http://schemas.microsoft.com/office/2006/metadata/properties" xmlns:ns2="f2b37368-257b-4467-96dd-af1b91bef81d" targetNamespace="http://schemas.microsoft.com/office/2006/metadata/properties" ma:root="true" ma:fieldsID="79dae769cbb9243106955dfaa8c1cb90" ns2:_="">
    <xsd:import namespace="f2b37368-257b-4467-96dd-af1b91bef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37368-257b-4467-96dd-af1b91bef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3233a5-b502-48c3-b4b5-6955fd0d7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b37368-257b-4467-96dd-af1b91bef8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1538BC-16AD-4AA9-97F8-0E6B198CE2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b37368-257b-4467-96dd-af1b91bef8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7DB085-B774-45C0-812F-A1B0CE358EE2}">
  <ds:schemaRefs>
    <ds:schemaRef ds:uri="http://schemas.microsoft.com/office/2006/metadata/properties"/>
    <ds:schemaRef ds:uri="http://schemas.microsoft.com/office/infopath/2007/PartnerControls"/>
    <ds:schemaRef ds:uri="f2b37368-257b-4467-96dd-af1b91bef81d"/>
    <ds:schemaRef ds:uri="130b172b-0165-47b2-9d3d-463a709cde28"/>
    <ds:schemaRef ds:uri="6bf87488-ba5c-4267-8b30-81d843126eb2"/>
  </ds:schemaRefs>
</ds:datastoreItem>
</file>

<file path=customXml/itemProps3.xml><?xml version="1.0" encoding="utf-8"?>
<ds:datastoreItem xmlns:ds="http://schemas.openxmlformats.org/officeDocument/2006/customXml" ds:itemID="{A95B88EF-4006-4D4E-9747-59AA7B83AD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16523</TotalTime>
  <Words>402</Words>
  <Application>Microsoft Office PowerPoint</Application>
  <PresentationFormat>Custom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ערכת נושא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ניר אלנברג</dc:creator>
  <cp:lastModifiedBy>dolfin varshev</cp:lastModifiedBy>
  <cp:revision>278</cp:revision>
  <cp:lastPrinted>2023-03-02T10:32:15Z</cp:lastPrinted>
  <dcterms:created xsi:type="dcterms:W3CDTF">2017-02-20T11:23:11Z</dcterms:created>
  <dcterms:modified xsi:type="dcterms:W3CDTF">2026-06-05T16:09:22Z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0x01010033D1BC521E164344898D0297273D2D99</vt:lpwstr>
  </property>
  <property fmtid="{D5CDD505-2E9C-101B-9397-08002B2CF9AE}" pid="3" name="MediaServiceImageTags">
    <vt:lpwstr/>
  </property>
</Properties>
</file>